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36576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Water Body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AB"/>
                </a:solidFill>
              </a:defRPr>
            </a:pPr>
            <a:r>
              <a:t>U-Net + ResNet34  |  Sentinel-2 Satellite Imagery  |  PyTorch + ONNX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BBBBB"/>
                </a:solidFill>
              </a:defRPr>
            </a:pPr>
            <a:r>
              <a:t>Krishna Gupta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</a:defRPr>
            </a:pPr>
            <a:r>
              <a:t>Problem: Segment Water from Satellite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2,841 Sentinel-2 images with binary water/non-water masks (~2009x2007 px)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Key challenges:</a:t>
            </a:r>
          </a:p>
          <a:p>
            <a:pPr lvl="1">
              <a:spcAft>
                <a:spcPts val="600"/>
              </a:spcAft>
              <a:defRPr sz="1400">
                <a:solidFill>
                  <a:srgbClr val="808080"/>
                </a:solidFill>
              </a:defRPr>
            </a:pPr>
            <a:r>
              <a:t>  Class imbalance: 7.6% water vs 92.4% non-water pixels</a:t>
            </a:r>
          </a:p>
          <a:p>
            <a:pPr lvl="1">
              <a:spcAft>
                <a:spcPts val="600"/>
              </a:spcAft>
              <a:defRPr sz="1400">
                <a:solidFill>
                  <a:srgbClr val="808080"/>
                </a:solidFill>
              </a:defRPr>
            </a:pPr>
            <a:r>
              <a:t>  JPEG artifacts: 96% of masks have compression noise (values 1-199)</a:t>
            </a:r>
          </a:p>
          <a:p>
            <a:pPr lvl="1">
              <a:spcAft>
                <a:spcPts val="600"/>
              </a:spcAft>
              <a:defRPr sz="1400">
                <a:solidFill>
                  <a:srgbClr val="808080"/>
                </a:solidFill>
              </a:defRPr>
            </a:pPr>
            <a:r>
              <a:t>  RGB-only input -- no NIR band to distinguish water from shadow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Data split: 70% train (1,989), 15% val (426), 15% test (426)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Preprocessing: resize 256x256, ImageNet norm, aug (flip + rotate + color)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</a:defRPr>
            </a:pPr>
            <a:r>
              <a:t>Model: U-Net + ResNet34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Encoder: ResNet34 (21M params), pretrained on ImageNet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Decoder: U-Net with spatial skip connections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Loss: 0.5 x BCE + 0.5 x Dice (hybrid pixel + overlap optimization)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Optimizer: AdamW (lr=1e-4, wd=1e-4) + CosineAnnealingLR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Early stopping: patience=10 epochs on val IOU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840480"/>
          <a:ext cx="45720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Hyperparameter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Best Value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Learning rate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1e-4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Batch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Epochs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50 (stopped at 34)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</a:defRPr>
            </a:pPr>
            <a:r>
              <a:t>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</a:defRPr>
            </a:pPr>
            <a:r>
              <a:t>Grid Search (top 3 of 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737360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Batch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IOU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1e-4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0.8018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92.65%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0.7928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92.31%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1e-4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0.7542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90.86%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0972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</a:defRPr>
            </a:pPr>
            <a:r>
              <a:t>Final Model (Test Set)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737360"/>
          <a:ext cx="50292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IOU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0.8249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93.80%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91.90%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88.70%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023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Precision &gt; Recall across all runs -- model under-segments</a:t>
            </a:r>
          </a:p>
          <a:p>
            <a:pPr lvl="1">
              <a:spcAft>
                <a:spcPts val="600"/>
              </a:spcAft>
              <a:defRPr sz="1400">
                <a:solidFill>
                  <a:srgbClr val="808080"/>
                </a:solidFill>
              </a:defRPr>
            </a:pPr>
            <a:r>
              <a:t>  Safer bias for flood mapping: fewer false alarms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Test IOU &gt; Val IOU: no overfitting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</a:defRPr>
            </a:pPr>
            <a:r>
              <a:t>Optimization: 2.2x CPU Speedup with ONNX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6400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Backend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Device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Latency / tile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Speedup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PyTorch (eager)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CPU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~120 ms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1.0x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ONNX Runtime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2.2x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ONNX Runtime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GPU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~15 ms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8.0x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657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Sliding-window tiling: 256x256 tiles, 32px overlap (~72 tiles/image)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Test-Time Augmentation: horizontal flip averaging (+0.5-1% IOU)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Auto-fallback: ONNX -&gt; PyTorch -&gt; MLflow registry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Dynamic batch axis for flexible input sizing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</a:defRPr>
            </a:pPr>
            <a:r>
              <a:t>What the Model Misses (Transparency)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515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029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Failure Mode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Root Cause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Narrow waterways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Streams &lt;4px wide missed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256x256 resize destroys thin features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Shadow / dark terrain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Shadows classified as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RGB-only input; NIR disambiguates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JPEG boundary noise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Ragged mask edges (+/-1px)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Compression artifacts in source masks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840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Production-ready for: lakes, large rivers, reservoirs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Not suitable for: narrow canals, small ponds (&lt;500 m2), shadow-prone terrain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Biggest bottleneck: RGB-only input -- adding NIR band would give +5-10% IOU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</a:defRPr>
            </a:pPr>
            <a:r>
              <a:t>MLOps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E86AB"/>
                </a:solidFill>
              </a:defRPr>
            </a:pPr>
            <a:r>
              <a:t>Git Push  -&gt;  Flake8 Lint  -&gt;  15 Pytest  -&gt;  Docker Build  -&gt;  Docker Hub Push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1051560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Docker: multi-stage build, ONNX baked in, HEALTHCHECK every 10s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MLflow: per-epoch metrics, model registry (water-segmentation-unet v1)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Security: 60 req/min rate limiter, 100 MB cap, path traversal protection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Docker Hub: angelgupta/water-segmentation:latest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docker-compose: API server + MLflow tracking server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</a:defRPr>
            </a:pPr>
            <a:r>
              <a:t>Recommendations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3474720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HIGH IMPACT (+5-10% IOU)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Add NIR band input (Band 8)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Train on full-resolution crops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188720"/>
            <a:ext cx="347472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0" y="11887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MEDIUM IMPACT (+1-3% IOU)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EfficientNet-B4 encoder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Optuna Bayesian search (30+ trials)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188720"/>
            <a:ext cx="3474720" cy="4572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1887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LOW IMPACT (+0.5-1% IOU)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Ensemble (3-5 seeds)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CRF post-processing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5760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333333"/>
                </a:solidFill>
              </a:defRPr>
            </a:pPr>
            <a:r>
              <a:t>Current model (IOU 0.82) is production-ready for coarse water mapping.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891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08080"/>
                </a:solidFill>
              </a:defRPr>
            </a:pPr>
            <a:r>
              <a:t>Adding NIR band and full-resolution training would close the gap to high-precision applications.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