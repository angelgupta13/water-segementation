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Water Body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E86AB"/>
                </a:solidFill>
              </a:defRPr>
            </a:pPr>
            <a:r>
              <a:t>U-Net + ResNet34 | Sentinel-2 Satellite Imagery | PyTorch + ONNX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E86AB"/>
                </a:solidFill>
              </a:defRPr>
            </a:pPr>
            <a:r>
              <a:t>Krishna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Dataset: Satellite Images of Water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Source: Kaggle, 2,841 RGB image-mask pairs from Sentinel-2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Resolution: ~2009 x 2007 pixels, sourced from Bands 8 (NIR) and 3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Masks derived via NDWI thresholding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Key Challenges: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Class imbalance: water = 7.6%, non-water = 92.4%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JPEG artifacts in masks: values 1-199 from compression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Spatial diversity: coastlines, rivers, lakes, wetlands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Preprocessing: resize to 256x256, mask threshold &gt;200,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ImageNet normalization, augmentations (flip, rotate, color jitter)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Model Architecture: U-Net + ResNet34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Encoder: ResNet34 pretrained on ImageNet (21M params)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Decoder: U-Net with skip connections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Output: Single-channel logit, sigmoid -&gt; binary mask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Loss: 0.5 * BCEWithLogitsLoss + 0.5 * DiceLoss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Optimizer: AdamW (lr=1e-4, weight_decay=1e-4)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Schedule: CosineAnnealingLR (T_max=50)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Early stopping: patience=10 epochs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Key Design Decisions: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BCE + Dice: pixel accuracy + overlap optimization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ResNet34: balances capacity with GPU memory (batch=8 on 6GB)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32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Epoch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0.7865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0.9213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0.9028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0.8621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0.1812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Grid Search 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Precision &gt; Recall in all runs: model under-segments (safer for flood mapping)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Test outperforms validation: no evidence of overfitting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Grid search: LR=1e-4, batch=8 best; higher LR diverges, lower LR converges slowly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Inference Optimizations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Latency/tile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~120ms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1.0x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ONNX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~55ms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~2.2x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ONNX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~15ms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~8.0x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Sliding-window tiling: 256x256 tiles, 32px overlap for large rasters (~72 tiles/image)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Test-Time Augmentation: horizontal flip averaging (+0.5-1.0% IOU)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Dynamic batch axis in ONNX export for flexible input sizing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Multi-backend fallback: ONNX -&gt; PyTorch -&gt; MLflow registry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Failure Analysis &amp; Known Limitations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Narrow waterways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Streams &lt;4px wide missed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256x256 resize destroys thin features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Shadow/dark 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Shadows classified as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RGB-only input; NIR band needed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JPEG boundary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Ragged mask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Compression artifacts in source masks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JPEG artifacts affect 95.6% of masks; threshold &gt;=200 eliminates most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RGB-only is the biggest accuracy bottleneck -- NIR band would help most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Failure modes are systematic and predictable, not random noise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MLOps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Version Control: Git + Git LFS (model.onnx, 97 MB); .gitignore for artifacts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Experiment Tracking: MLflow logs params, metrics, model artifacts per run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Model Registry: 'water-segmentation-unet' v1 with serialization_format=pt2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Versioning: SHA256 dataset hash logged with each training run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CI/CD (GitHub Actions):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Push -&gt; flake8 lint -&gt; 15 pytest -&gt; Docker build -&gt; Docker Hub push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Containerization: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Multi-stage Docker build, ONNX model baked in, HEALTHCHECK every 10s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docker-compose with API + MLflow server services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Security: path traversal protection, 100 MB upload cap,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60 req/min/IP rate limiter, thread-safe model cache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Train on full-resolution crops (not resized) -- expected +5-8% IOU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Add NIR band input -- single biggest expected gain (+5-10% IOU)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EfficientNet-B4 encoder -- higher capacity, +2-3% IOU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4. CRF post-processing -- sharpen boundaries, fix JPEG edge noise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5. Optuna Bayesian search -- replace grid with 30+ trial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6. Ensemble 3-5 runs -- reduce variance, +1-2% IOU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Key Takeaway: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The current model (IOU 0.82 test) is production-ready for coarse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water mapping. Adding NIR and full-resolution training would close</a:t>
            </a:r>
          </a:p>
          <a:p>
            <a:pPr lvl="1">
              <a:spcAft>
                <a:spcPts val="800"/>
              </a:spcAft>
              <a:defRPr sz="1400">
                <a:solidFill>
                  <a:srgbClr val="606060"/>
                </a:solidFill>
              </a:defRPr>
            </a:pPr>
            <a:r>
              <a:t>  the gap to high-precision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